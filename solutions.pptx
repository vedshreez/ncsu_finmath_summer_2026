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990000"/>
                </a:solidFill>
                <a:latin typeface="Arial"/>
              </a:rPr>
              <a:t>Problem Set Solutions</a:t>
            </a:r>
          </a:p>
          <a:p>
            <a:r>
              <a:rPr sz="2000" b="0" i="1">
                <a:solidFill>
                  <a:srgbClr val="6D6D6D"/>
                </a:solidFill>
                <a:latin typeface="Arial"/>
              </a:rPr>
              <a:t>Confidential — graders, and students after each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1A"/>
                </a:solidFill>
                <a:latin typeface="Arial"/>
              </a:rPr>
              <a:t>North Carolina State University — Department of Mathematics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Industry Mentor: Dendi Suhubdy (Bitwyre, San Francisco)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Guest Practitioner: Fenni Kang (Chief Strategy Officer, Coincall)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0060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Using These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One correct approach per problem: sketch, expected result, grading notes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Students may reach the same result by other means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Grade on correctness, reproducibility, and code quality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Point allocations align with the Handbook milestone rubrics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Recurring Grading 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Order book: delete empty levels after a cancel (−2 if missed)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Calibration: maximum likelihood, not OLS; report χ² goodness-of-fit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Greeks: PyTorch autograd is the reference — verify against finite diff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Week 7: latency is a hard gate; release the GIL around the C++ loop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Attribution must sum to total P&amp;L — a mismatch is always a bug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Sharpe always with a block-bootstrap confidence interval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Milestone Solution Pointers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M1 — quotes match closed form &lt; 1e-6; backtest within ±50% of reference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M2 — C++ surface &lt; 5 ms; C++ Greeks within 1e-4 of autograd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M3 — deterministic replay; attribution sums to total within 1 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