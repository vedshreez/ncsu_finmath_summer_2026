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5 — The Avellaneda-Stoikov Engine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Implementation, calibration, and backtest --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Implement the quotes as a clean, tested PyTorch engine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Calibrate the order-flow intensities by maximum likelihood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Build an event-driven backtest and benchmark on Coincall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From Closed Form to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Engine architecture; state management from the L2 book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Mapping continuous-time quantities to discrete events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Calibrating lambda(d) = A exp(-kappa d) from fill data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Pitfalls: units, cash-process sign, inventory indexing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2: Calibration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Maximum-likelihood fit of A and kappa with goodness-of-fit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backtest harness: replay, fill simulator, P&amp;L attribution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Validate the P&amp;L distribution against theory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Reproducibility under a fixed seed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Milestone 1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Python/PyTorch Avellaneda-Stoikov package on one linear asset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Calibration + simulation + one-month BTC-PERP backtest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Acceptance: quotes match closed form; P&amp;L within +/-50% of reference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pytest coverage; report &lt;= 10 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