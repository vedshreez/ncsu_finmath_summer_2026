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7 — Fast Computation of Prices, Greeks, Implied Vol, and Surfaces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The latency budget, in C++ via pybind11 -- Milestone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Implement characteristic-function pricers in C++ (COS, Carr-Madan)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Implement robust implied-vol inversion and surface revaluation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Expose the C++ kernels to Python with pybind11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CF Pricing &amp; Implied Vol in C++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Characteristic functions under Black-Scholes and Heston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Fang-Oosterlee COS method (the workhorse)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Robust implied-vol inversion: good guess + safeguarded Newton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Vectorizing a whole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2: Binding C++ to Python with pybind11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How a pybind11 module is structured and built with CMake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Passing NumPy/PyTorch tensors with no copy (buffer protocol)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Releasing the GIL around the C++ hot loop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PyTorch autograd is the REFERENCE for Greeks; C++ is the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Milestone 2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C++ pricing/implied-vol/Greeks library, imported via pybind11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Full BTC surface (300-500 contracts) revalued under 5 ms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Greeks within 1e-4 of PyTorch autograd; pricing within 1e-4 of reference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Latency reported as a distribution, plus a BINDING.md explainer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