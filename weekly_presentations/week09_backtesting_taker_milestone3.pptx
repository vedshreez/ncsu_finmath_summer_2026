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9 — Backtesting, Risk Analysis, and Taker Strategies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Assembling the full system -- Milestone 3 (with a Coincall guest session)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Build an event-driven backtest for options market making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Produce a full P&amp;L attribution and risk metrics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Understand taker strategies and order-flow toxicity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Backtest Architecture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Event-driven simulation with deterministic replay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fill simulator; state tracking of inventory and Greeks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Pitfalls: look-ahead bias, unrealistic fills, expiry handling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Sharpe/Calmar, drawdown, block-bootstrap confidence intervals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 (Guest: Fenni Kang, Coincall): Taker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When and why takers cross the spread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Signals behind aggressive flow: momentum, liquidations, news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Execution styles: sweep, TWAP/VWAP, iceberg-taking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What taker behaviour means for the maker's order-flow toxicity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Milestone 3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Full multi-Greek backtest on 3 months of BTC &amp; ETH options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P&amp;L attribution sums to total within 1 bp; Sharpe with CI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Greek exposures bounded; drawdown forensic + taker analysis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Reproducible from config; report &lt;= 20 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