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990000"/>
                </a:solidFill>
                <a:latin typeface="Arial"/>
              </a:rPr>
              <a:t>Week 4 — Stochastic Optimal Control in Continuous Time</a:t>
            </a:r>
          </a:p>
          <a:p>
            <a:r>
              <a:rPr sz="1900" b="0" i="1">
                <a:solidFill>
                  <a:srgbClr val="6D6D6D"/>
                </a:solidFill>
                <a:latin typeface="Arial"/>
              </a:rPr>
              <a:t>The general theory behind the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94960"/>
            <a:ext cx="3657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Apply the dynamic programming principle in continuous time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Understand the HJB equation and the verification theorem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See why CARA and CRRA utilities give tractable problems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1: Dynamic Programming &amp; HJB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Controlled diffusions and admissible controls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The dynamic programming principle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The infinitesimal generator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Deriving the HJB equation; boundary/terminal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2: Verification &amp; Utilities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The verification theorem: a smooth HJB solution IS the value function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Viscosity solutions: when value functions are non-smooth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CARA vs. CRRA vs. HARA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Why CARA decouples the value function from wealth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Recitation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Solve the Merton problem under CARA, then CRRA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Compare the two solutions side by side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Recognize the recurring HJB -&gt; ansatz -&gt; ODE -&gt; solution pattern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Reading &amp; Problem Set 4 (Python/PyTorch)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Pham (2009) Ch. 3-4; Cartea-Jaikumar-Penalva Ch. 6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PS4: Merton CRRA/CARA, Almgren-Chriss, HJB-residual 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