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990000"/>
                </a:solidFill>
                <a:latin typeface="Arial"/>
              </a:rPr>
              <a:t>Week 1 — Introduction</a:t>
            </a:r>
          </a:p>
          <a:p>
            <a:r>
              <a:rPr sz="1900" b="0" i="1">
                <a:solidFill>
                  <a:srgbClr val="6D6D6D"/>
                </a:solidFill>
                <a:latin typeface="Arial"/>
              </a:rPr>
              <a:t>Program overview, tooling, and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394960"/>
            <a:ext cx="36576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Welcome to the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A 10-week summer research program on optimal market making for crypto options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Goal: design, implement, and evaluate quoting strategies on real Coincall data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You will produce a research-grade report and a working code repository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This week: orientation, environment setup, and data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Maker vs. Taker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A market maker continuously quotes both sides and earns the spread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A taker crosses the spread to execute immediately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We build the maker's side; in Week 9 a Coincall practitioner covers taker strategies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The spread is compensation for committing to quotes under uncertainty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The Spine: Avellaneda-Stoikov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The whole course is organized around the Avellaneda-Stoikov framework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Introduced Week 3; turned into a calibrated engine Week 5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Extended to multi-Greek options inventory Week 8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Advanced extensions (multi-asset, adverse selection, robust) in Week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Tooling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Problem sets: Python + PyTorch (autograd does the differentiation for you)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You will NOT hand-roll algorithmic differentiation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Fast-computation week (Week 7): C++ exposed to Python via pybind11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Industry pattern: Python for research, C++ for the hot 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Data, Milestones,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Coincall BTC/ETH order books, trades, options chains, funding rates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Milestone 1 (Wk5): Avellaneda-Stoikov engine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Milestone 2 (Wk7): fast pricing &amp; Greeks library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Milestone 3 (Wk9): full options market-making backtest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Grade: problem sets 30%, milestones 30%, final 30%, participation 10%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This Week's To-Do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Set up Python + PyTorch and a C++17 toolchain with CMake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Build and import the pybind11 'hello world' starter module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Get your Coincall data credentials and sign the data-use agreement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No graded problem set this week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