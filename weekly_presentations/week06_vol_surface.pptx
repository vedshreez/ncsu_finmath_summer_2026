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6 — Options Pricing, the Volatility Surface, and Calibration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Building a volatility surface from messy crypto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Recall the Greeks, including vanna and volga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State the no-arbitrage constraints on the vol surface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Calibrate SVI and SABR with attention to stability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Greeks &amp; the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Black-Scholes and the Greek vector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Vanna, volga, and volatility risk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implied-vol smile and term structure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Calendar and butterfly arbitrage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SVI &amp; SABR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Raw SVI and the arbitrage-free formulation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SVI calibration by nonlinear least squares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SABR formula and the Hagan expansion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Time-stability of calibrated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Recitation &amp; Problem Set 6 (Python/PyTorch)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Live calibration in PyTorch (autograd Jacobians)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PS6: BS Greeks via autograd, SVI/SABR fits, stability study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Reading: Gatheral (2006); Gatheral-Jacquier (2014); Hagan et 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