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990000"/>
                </a:solidFill>
                <a:latin typeface="Arial"/>
              </a:rPr>
              <a:t>Week 10 — Advanced Avellaneda-Stoikov, Structured Products, and Final Presentations</a:t>
            </a:r>
          </a:p>
          <a:p>
            <a:r>
              <a:rPr sz="1900" b="0" i="1">
                <a:solidFill>
                  <a:srgbClr val="6D6D6D"/>
                </a:solidFill>
                <a:latin typeface="Arial"/>
              </a:rPr>
              <a:t>Extensions, the corporate view, and communicating results (Coincall guest session)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94960"/>
            <a:ext cx="3657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Implement one advanced Avellaneda-Stoikov extension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Understand how corporates use options via structured products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Write and present a research-grade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1: Advanced 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Multi-asset market making across BTC and ETH options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Adverse-selection-aware and signal-driven quoting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Discrete-inventory formulations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Robust optimization with a worst-case inventory penalty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Lecture 2 (Guest: Fenni Kang, Coincall): Structured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Collars to fix a price band on a holding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Accumulators / decumulators for staged accumulation or liquidation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Coupon / yield-enhancement products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How structured-product flow lands on the market-maker's 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990000"/>
                </a:solidFill>
                <a:latin typeface="Arial"/>
              </a:rPr>
              <a:t>Final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11247120" cy="317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One-page extension proposal (day one)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PyTorch implementation on the milestone infrastructure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Quantitative comparison vs. the Week-9 baseline</a:t>
            </a:r>
          </a:p>
          <a:p>
            <a:pPr>
              <a:spcAft>
                <a:spcPts val="1000"/>
              </a:spcAft>
            </a:pPr>
            <a:r>
              <a:rPr sz="1900" b="0" i="0">
                <a:solidFill>
                  <a:srgbClr val="1A1A1A"/>
                </a:solidFill>
                <a:latin typeface="Arial"/>
              </a:rPr>
              <a:t>•  Final report (&lt;= 30 pages) and 20-minute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