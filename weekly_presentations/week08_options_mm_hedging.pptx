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8 — Options Market Making Theory and Dynamic Hedging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Avellaneda-Stoikov with a vector-valued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Set up the El Aoud-Abergel multi-Greek framework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Understand the inventory penalty as a quadratic form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Quantify the P&amp;L attribution of a hedged options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Multi-Greek Inventory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Inventory becomes a vector of Greeks (delta, gamma, vega, ...)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Quadratic inventory penalty and its economic meaning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multi-Greek HJB and separation ansatz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Reduces to Avellaneda-Stoikov in the 1-D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Dynamic Hedging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Continuous and discrete delta hedging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The gamma-theta-variance identity (the key to options trading)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External vs. integrated hedging architectures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Perpetual futures as the hedge instrument; funding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 &amp; Problem Set 8 (Python/PyTorch)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Multi-Greek HJB walk-through; PyTorch hedged-book simulation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PS8: inventory dynamics, penalty calibration, threshold hedger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Reading: El Aoud-Abergel (2015); Taleb (1997)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